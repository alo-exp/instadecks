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70C0"/>
                </a:solidFill>
              </a:rPr>
              <a:t>Default Office Title 1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94360" y="868680"/>
            <a:ext cx="10972800" cy="45720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0"/>
            <a:ext cx="10972800" cy="731520"/>
          </a:xfrm>
          <a:prstGeom prst="rect">
            <a:avLst/>
          </a:prstGeom>
          <a:solidFill>
            <a:srgbClr val="0070C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70C0"/>
                </a:solidFill>
              </a:rPr>
              <a:t>Bullet A on slide 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10972800" cy="731520"/>
          </a:xfrm>
          <a:prstGeom prst="rect">
            <a:avLst/>
          </a:prstGeom>
          <a:solidFill>
            <a:srgbClr val="0070C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70C0"/>
                </a:solidFill>
              </a:rPr>
              <a:t>Bullet B on slide 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657600"/>
            <a:ext cx="10972800" cy="731520"/>
          </a:xfrm>
          <a:prstGeom prst="rect">
            <a:avLst/>
          </a:prstGeom>
          <a:solidFill>
            <a:srgbClr val="0070C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70C0"/>
                </a:solidFill>
              </a:rPr>
              <a:t>Bullet C on slide 1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70C0"/>
                </a:solidFill>
              </a:rPr>
              <a:t>Default Office Title 2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94360" y="868680"/>
            <a:ext cx="10972800" cy="45720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0"/>
            <a:ext cx="10972800" cy="731520"/>
          </a:xfrm>
          <a:prstGeom prst="rect">
            <a:avLst/>
          </a:prstGeom>
          <a:solidFill>
            <a:srgbClr val="0070C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70C0"/>
                </a:solidFill>
              </a:rPr>
              <a:t>Bullet A on slide 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10972800" cy="731520"/>
          </a:xfrm>
          <a:prstGeom prst="rect">
            <a:avLst/>
          </a:prstGeom>
          <a:solidFill>
            <a:srgbClr val="0070C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70C0"/>
                </a:solidFill>
              </a:rPr>
              <a:t>Bullet B on slide 2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657600"/>
            <a:ext cx="10972800" cy="731520"/>
          </a:xfrm>
          <a:prstGeom prst="rect">
            <a:avLst/>
          </a:prstGeom>
          <a:solidFill>
            <a:srgbClr val="0070C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70C0"/>
                </a:solidFill>
              </a:rPr>
              <a:t>Bullet C on slide 2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70C0"/>
                </a:solidFill>
              </a:rPr>
              <a:t>Default Office Title 3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94360" y="868680"/>
            <a:ext cx="10972800" cy="45720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0"/>
            <a:ext cx="10972800" cy="731520"/>
          </a:xfrm>
          <a:prstGeom prst="rect">
            <a:avLst/>
          </a:prstGeom>
          <a:solidFill>
            <a:srgbClr val="0070C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70C0"/>
                </a:solidFill>
              </a:rPr>
              <a:t>Bullet A on slide 3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10972800" cy="731520"/>
          </a:xfrm>
          <a:prstGeom prst="rect">
            <a:avLst/>
          </a:prstGeom>
          <a:solidFill>
            <a:srgbClr val="0070C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70C0"/>
                </a:solidFill>
              </a:rPr>
              <a:t>Bullet B on slide 3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657600"/>
            <a:ext cx="10972800" cy="731520"/>
          </a:xfrm>
          <a:prstGeom prst="rect">
            <a:avLst/>
          </a:prstGeom>
          <a:solidFill>
            <a:srgbClr val="0070C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70C0"/>
                </a:solidFill>
              </a:rPr>
              <a:t>Bullet C on slide 3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2026-04-27T22:07:06Z</dcterms:created>
  <dcterms:modified xsi:type="dcterms:W3CDTF">2026-04-27T22:07:06Z</dcterms:modified>
</cp:coreProperties>
</file>