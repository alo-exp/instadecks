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</a:rPr>
              <a:t>Q4 Strategic Review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Author: Strategy Team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Solution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CCCCC"/>
                </a:solidFill>
              </a:rPr>
              <a:t>Our solution is innovative and disruptive in the market.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Revenue grew 40% in Q3 from enterprise renewals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86968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</a:rPr>
              <a:t>Q3 ARR: $4.2M, sourced from 2026-04 board pack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</a:rPr>
              <a:t>Strategic Direction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</a:rPr>
              <a:t>Our SaaS B2B SMB GTM motion via PLG drives ARR ACV expansion through ICP-aligned MQLs that convert to SQLs at industry-leading rates per the latest BCG report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2026-04-28T04:00:18Z</dcterms:created>
  <dcterms:modified xsi:type="dcterms:W3CDTF">2026-04-28T04:00:18Z</dcterms:modified>
</cp:coreProperties>
</file>