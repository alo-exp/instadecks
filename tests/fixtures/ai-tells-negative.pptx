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5266"/>
                </a:solidFill>
              </a:rPr>
              <a:t>Artisanal Two-Column Slide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5303520" cy="3657600"/>
          </a:xfrm>
          <a:prstGeom prst="rect">
            <a:avLst/>
          </a:prstGeom>
          <a:solidFill>
            <a:srgbClr val="D897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973C"/>
                </a:solidFill>
              </a:rPr>
              <a:t>Left column body copy with a fairly long line of prose.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0" y="1828800"/>
            <a:ext cx="5303520" cy="3657600"/>
          </a:xfrm>
          <a:prstGeom prst="rect">
            <a:avLst/>
          </a:prstGeom>
          <a:solidFill>
            <a:srgbClr val="7B2D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B2D26"/>
                </a:solidFill>
              </a:rPr>
              <a:t>Right column body copy paired against the left.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9144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8973C"/>
                </a:solidFill>
              </a:rPr>
              <a:t>Hero Layout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828800" y="2286000"/>
            <a:ext cx="8229600" cy="3200400"/>
          </a:xfrm>
          <a:prstGeom prst="rect">
            <a:avLst/>
          </a:prstGeom>
          <a:solidFill>
            <a:srgbClr val="2E5266"/>
          </a:solidFill>
          <a:ln w="12700">
            <a:solidFill>
              <a:srgbClr val="2E52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0" y="5669280"/>
            <a:ext cx="8229600" cy="548640"/>
          </a:xfrm>
          <a:prstGeom prst="rect">
            <a:avLst/>
          </a:prstGeom>
          <a:solidFill>
            <a:srgbClr val="7B2D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2D26"/>
                </a:solidFill>
              </a:rPr>
              <a:t>caption beneath hero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2286000"/>
            <a:ext cx="9418320" cy="2286000"/>
          </a:xfrm>
          <a:prstGeom prst="rect">
            <a:avLst/>
          </a:prstGeom>
          <a:solidFill>
            <a:srgbClr val="7B2D2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7B2D26"/>
                </a:solidFill>
              </a:rPr>
              <a:t>"A pull quote in italics, centered, no rule above."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371600" y="4754880"/>
            <a:ext cx="9418320" cy="548640"/>
          </a:xfrm>
          <a:prstGeom prst="rect">
            <a:avLst/>
          </a:prstGeom>
          <a:solidFill>
            <a:srgbClr val="D8973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8973C"/>
                </a:solidFill>
              </a:rPr>
              <a:t>— attributed source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2026-04-27T22:07:06Z</dcterms:created>
  <dcterms:modified xsi:type="dcterms:W3CDTF">2026-04-27T22:07:06Z</dcterms:modified>
</cp:coreProperties>
</file>